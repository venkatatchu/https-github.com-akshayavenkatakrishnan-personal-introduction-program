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FF7D2-1F27-49B7-8622-EC0C4D975BDE}" v="1" dt="2026-05-15T13:55:07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chu venkat" userId="0abe0b4f1742acf9" providerId="LiveId" clId="{B4EC5072-68AF-4CCB-A235-02A22AE5E57A}"/>
    <pc:docChg chg="modSld">
      <pc:chgData name="atchu venkat" userId="0abe0b4f1742acf9" providerId="LiveId" clId="{B4EC5072-68AF-4CCB-A235-02A22AE5E57A}" dt="2026-05-15T13:55:07.440" v="0"/>
      <pc:docMkLst>
        <pc:docMk/>
      </pc:docMkLst>
      <pc:sldChg chg="modSp">
        <pc:chgData name="atchu venkat" userId="0abe0b4f1742acf9" providerId="LiveId" clId="{B4EC5072-68AF-4CCB-A235-02A22AE5E57A}" dt="2026-05-15T13:55:07.440" v="0"/>
        <pc:sldMkLst>
          <pc:docMk/>
          <pc:sldMk cId="3277564545" sldId="256"/>
        </pc:sldMkLst>
        <pc:spChg chg="mod">
          <ac:chgData name="atchu venkat" userId="0abe0b4f1742acf9" providerId="LiveId" clId="{B4EC5072-68AF-4CCB-A235-02A22AE5E57A}" dt="2026-05-15T13:55:07.440" v="0"/>
          <ac:spMkLst>
            <pc:docMk/>
            <pc:sldMk cId="3277564545" sldId="256"/>
            <ac:spMk id="2" creationId="{335F1FBB-0ADF-685E-29F8-035BD3B32745}"/>
          </ac:spMkLst>
        </pc:spChg>
        <pc:spChg chg="mod">
          <ac:chgData name="atchu venkat" userId="0abe0b4f1742acf9" providerId="LiveId" clId="{B4EC5072-68AF-4CCB-A235-02A22AE5E57A}" dt="2026-05-15T13:55:07.440" v="0"/>
          <ac:spMkLst>
            <pc:docMk/>
            <pc:sldMk cId="3277564545" sldId="256"/>
            <ac:spMk id="3" creationId="{7E78F6E7-29E8-99CE-7B89-1F0FCA7B0A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867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81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41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32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173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62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1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096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51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8561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844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681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3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35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4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B838B-31E3-4AD9-814B-0E30616304F8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3963ED7-771C-4EA1-BDC1-8C54086D7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91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1FBB-0ADF-685E-29F8-035BD3B327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program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8F6E7-29E8-99CE-7B89-1F0FCA7B0A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564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35D0DC-4564-9BD2-748D-B2EEA99B3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5357"/>
            <a:ext cx="12192000" cy="39072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A123F6-DBFC-8765-8DE7-C1D035AA0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651"/>
            <a:ext cx="12192000" cy="630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1C0119-E294-CEB3-5071-8161260C0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51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9BCC5-DB5F-B0B0-9FEB-59C3EA09D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5357"/>
            <a:ext cx="12192000" cy="390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5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Introduction program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atchu venkat</dc:creator>
  <cp:lastModifiedBy>atchu venkat</cp:lastModifiedBy>
  <cp:revision>1</cp:revision>
  <dcterms:created xsi:type="dcterms:W3CDTF">2026-05-15T13:44:15Z</dcterms:created>
  <dcterms:modified xsi:type="dcterms:W3CDTF">2026-05-15T13:55:18Z</dcterms:modified>
</cp:coreProperties>
</file>